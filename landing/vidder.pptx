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36"/>
    <p:restoredTop sz="94658"/>
  </p:normalViewPr>
  <p:slideViewPr>
    <p:cSldViewPr snapToGrid="0">
      <p:cViewPr>
        <p:scale>
          <a:sx n="203" d="100"/>
          <a:sy n="203" d="100"/>
        </p:scale>
        <p:origin x="-624" y="-2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8F48B3C-CB41-A641-3929-27B52C141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A2481E54-DC8B-3FAC-42F4-B0B31E8DA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2D55AD0-B529-2BFF-B5AE-E9C30BED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C61E199-4AF8-C4F2-DA81-DC6CAB454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C7A7AB7-DBE8-5C31-36D3-6A620FF9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5311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9677781-923B-B408-30AC-ED2E597D5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61F5843-FE68-7A60-E2BA-CAECAEE86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625B9A5-89C9-EB00-32BD-F0D9CCF7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EC1BC67-6E3D-4792-9FDE-C14E0ACF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2D8FE32-7515-4892-0470-6EFC444E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2932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C02C3F7-CD00-B7D3-CF9F-6EA8C1FC3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741C684-ED72-7795-8FF4-AD28B0527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F134E47-06CA-F05C-4AB0-29459FF9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596DEDC-2FCF-914F-F754-0F108BFF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0B92201-CD45-882D-AE48-1B58175B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19726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10C0C61-8617-6F20-ED02-988FAB120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D1231CB-CC8F-33FA-6E62-B233B2791A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8B415677-6681-5E6B-7C3E-4E44119AA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F552BBC5-1E96-0BEF-FCF4-0861E7077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4046D960-B8CC-B639-6F2F-C212E774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771065C-1DB6-AD27-E9CB-C1EB3CD7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5875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CED8CC8-D89A-BF79-DB12-83E7BC824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6E196A6-7486-DB4D-CAAD-8314770A6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F981F81A-9506-7C1B-7E59-F282DCED0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A8BCBBBB-B212-C138-B189-44C956A78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109E99EA-5285-9791-4821-F7C392395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127F7BDE-CC9B-8858-A7A7-1060B196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D30045FE-F93B-1F66-47E0-84AB94A8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C144E178-3887-E6CE-3A77-1486BF91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35189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0C1E2F8-5102-2C3C-EDC6-43E84A02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077CAAC-DAE4-1EA4-FFA2-1A165225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2D3B30B-F4C8-A180-3255-EF5AA9D94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3D9129B-3B81-6803-3DF4-A2EFBCF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8275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A554CA94-80D1-3BFC-BE78-97EE99B9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B2A41D09-BC93-A4BF-FAD9-7348C955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E88DDE3D-5A53-03D9-7683-64F283C1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4764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416A22C-9A3D-DEE7-16FC-2E573CBDF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73AB378-CE3F-F7CB-EB18-67C80A269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E902623E-23C1-3869-7DDB-99795CEAB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EF34507-6E43-76E2-154D-81D4E263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F91EA83-9F03-B00D-5C06-305E5F17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E644D2FC-D5D3-E02A-6173-30A660A5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03920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F7C6F8A-5F75-A7A5-583D-9BFCA2296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D4804828-2D38-EB9C-DBD1-3F917B7A8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958B5A1-EB79-DE87-E5A4-85C25C57E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75FEFFC3-06EE-BA6F-7D23-827087BE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69BB25B-0421-FDFC-9341-E50A5392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14C1EBC-9065-17EB-7080-15263842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4670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8174800-AD17-08F5-8EDD-3AC9784F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0938A459-D690-84E9-E3A4-6E73957D0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F460355-D99F-A7FE-FE94-A3F24BDF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0FEFD62-452C-327B-067A-9E20D184E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FE04326-F6A3-5F98-D111-E74FEA34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8796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B5360158-57BE-22B2-D058-30247B5F38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8482903C-F884-05D3-DA8E-0BC48E9C1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91C4F43-2964-3553-3A89-7F0524A26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8BCED1-58CA-A4C8-F9C9-9DA2BBA1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A67C023-79CB-1423-24DB-ECB8BB13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4667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6506EFDA-5F5B-9452-5F9B-646DFCB2D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7D3F074-4457-5FA4-E012-2EA121D48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46684BC-1019-D12A-C958-B073A6C03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29FBA-6FFF-9F47-A499-FB2DF1BB4366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AA7819A-5965-E8FF-2C58-268B84C17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331B494-11B2-DABE-D874-2CD7842B6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D05C1-F8FC-1C4A-BE88-BF2BF38FE43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632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Jordglob Nord- och Sydamerika med hel fyllning">
            <a:extLst>
              <a:ext uri="{FF2B5EF4-FFF2-40B4-BE49-F238E27FC236}">
                <a16:creationId xmlns:a16="http://schemas.microsoft.com/office/drawing/2014/main" id="{4C4DE460-26B8-326E-8876-FBB8A266D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7200" y="2180968"/>
            <a:ext cx="2689654" cy="2689654"/>
          </a:xfrm>
          <a:prstGeom prst="rect">
            <a:avLst/>
          </a:prstGeom>
        </p:spPr>
      </p:pic>
      <p:pic>
        <p:nvPicPr>
          <p:cNvPr id="10" name="Bildobjekt 9" descr="En bild som visar cirkel, Grafik, konst, astronomi&#10;&#10;AI-genererat innehåll kan vara felaktigt.">
            <a:extLst>
              <a:ext uri="{FF2B5EF4-FFF2-40B4-BE49-F238E27FC236}">
                <a16:creationId xmlns:a16="http://schemas.microsoft.com/office/drawing/2014/main" id="{96CF4876-EFBB-C457-495C-5750FB757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843" y="1620857"/>
            <a:ext cx="240957" cy="236941"/>
          </a:xfrm>
          <a:prstGeom prst="rect">
            <a:avLst/>
          </a:prstGeom>
        </p:spPr>
      </p:pic>
      <p:sp>
        <p:nvSpPr>
          <p:cNvPr id="11" name="textruta 10">
            <a:extLst>
              <a:ext uri="{FF2B5EF4-FFF2-40B4-BE49-F238E27FC236}">
                <a16:creationId xmlns:a16="http://schemas.microsoft.com/office/drawing/2014/main" id="{E810F1AD-DEC6-D63C-1744-BC6C8EC681EF}"/>
              </a:ext>
            </a:extLst>
          </p:cNvPr>
          <p:cNvSpPr txBox="1"/>
          <p:nvPr/>
        </p:nvSpPr>
        <p:spPr>
          <a:xfrm>
            <a:off x="4114800" y="1554884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latin typeface="Cooper Black" panose="0208090404030B020404" pitchFamily="18" charset="77"/>
              </a:rPr>
              <a:t>vidder</a:t>
            </a:r>
          </a:p>
        </p:txBody>
      </p:sp>
      <p:pic>
        <p:nvPicPr>
          <p:cNvPr id="17" name="Bild 16" descr="Ett kugghjul med hel fyllning">
            <a:extLst>
              <a:ext uri="{FF2B5EF4-FFF2-40B4-BE49-F238E27FC236}">
                <a16:creationId xmlns:a16="http://schemas.microsoft.com/office/drawing/2014/main" id="{D45FFB51-B695-2C48-DB47-3DD1A1274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1639" y="1612146"/>
            <a:ext cx="254361" cy="254361"/>
          </a:xfrm>
          <a:prstGeom prst="rect">
            <a:avLst/>
          </a:prstGeom>
        </p:spPr>
      </p:pic>
      <p:sp>
        <p:nvSpPr>
          <p:cNvPr id="18" name="Rektangel med rundade hörn 17">
            <a:extLst>
              <a:ext uri="{FF2B5EF4-FFF2-40B4-BE49-F238E27FC236}">
                <a16:creationId xmlns:a16="http://schemas.microsoft.com/office/drawing/2014/main" id="{1145303D-BB91-0990-10C7-98C223F04435}"/>
              </a:ext>
            </a:extLst>
          </p:cNvPr>
          <p:cNvSpPr/>
          <p:nvPr/>
        </p:nvSpPr>
        <p:spPr>
          <a:xfrm>
            <a:off x="3732027" y="1435395"/>
            <a:ext cx="2700000" cy="5220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Rektangel med rundade hörn 18">
            <a:extLst>
              <a:ext uri="{FF2B5EF4-FFF2-40B4-BE49-F238E27FC236}">
                <a16:creationId xmlns:a16="http://schemas.microsoft.com/office/drawing/2014/main" id="{21CB13C0-02E3-9C37-77A8-C2B8452AB8A5}"/>
              </a:ext>
            </a:extLst>
          </p:cNvPr>
          <p:cNvSpPr/>
          <p:nvPr/>
        </p:nvSpPr>
        <p:spPr>
          <a:xfrm>
            <a:off x="5532027" y="5400181"/>
            <a:ext cx="900000" cy="12470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Rektangel med rundade hörn 21">
            <a:extLst>
              <a:ext uri="{FF2B5EF4-FFF2-40B4-BE49-F238E27FC236}">
                <a16:creationId xmlns:a16="http://schemas.microsoft.com/office/drawing/2014/main" id="{A25EB79F-D921-117C-82B6-F8F50B118D02}"/>
              </a:ext>
            </a:extLst>
          </p:cNvPr>
          <p:cNvSpPr/>
          <p:nvPr/>
        </p:nvSpPr>
        <p:spPr>
          <a:xfrm>
            <a:off x="3732027" y="5400180"/>
            <a:ext cx="900000" cy="12470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Rektangel med rundade hörn 22">
            <a:extLst>
              <a:ext uri="{FF2B5EF4-FFF2-40B4-BE49-F238E27FC236}">
                <a16:creationId xmlns:a16="http://schemas.microsoft.com/office/drawing/2014/main" id="{DF114852-CB6E-8A90-BCFC-F3217B0DFC6F}"/>
              </a:ext>
            </a:extLst>
          </p:cNvPr>
          <p:cNvSpPr/>
          <p:nvPr/>
        </p:nvSpPr>
        <p:spPr>
          <a:xfrm>
            <a:off x="4632027" y="5400180"/>
            <a:ext cx="900000" cy="12470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Rektangel med rundade hörn 23">
            <a:extLst>
              <a:ext uri="{FF2B5EF4-FFF2-40B4-BE49-F238E27FC236}">
                <a16:creationId xmlns:a16="http://schemas.microsoft.com/office/drawing/2014/main" id="{77E6AC79-3179-8F10-40A2-E302DFD4D209}"/>
              </a:ext>
            </a:extLst>
          </p:cNvPr>
          <p:cNvSpPr/>
          <p:nvPr/>
        </p:nvSpPr>
        <p:spPr>
          <a:xfrm>
            <a:off x="3759985" y="5687434"/>
            <a:ext cx="2640815" cy="9322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6" name="Rak 25">
            <a:extLst>
              <a:ext uri="{FF2B5EF4-FFF2-40B4-BE49-F238E27FC236}">
                <a16:creationId xmlns:a16="http://schemas.microsoft.com/office/drawing/2014/main" id="{1935256C-AC22-8516-14A1-A469C9129DB1}"/>
              </a:ext>
            </a:extLst>
          </p:cNvPr>
          <p:cNvCxnSpPr>
            <a:cxnSpLocks/>
          </p:cNvCxnSpPr>
          <p:nvPr/>
        </p:nvCxnSpPr>
        <p:spPr>
          <a:xfrm>
            <a:off x="4632027" y="5673485"/>
            <a:ext cx="9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Rak 27">
            <a:extLst>
              <a:ext uri="{FF2B5EF4-FFF2-40B4-BE49-F238E27FC236}">
                <a16:creationId xmlns:a16="http://schemas.microsoft.com/office/drawing/2014/main" id="{ED999C69-08E3-B0DA-86DD-907861C2A537}"/>
              </a:ext>
            </a:extLst>
          </p:cNvPr>
          <p:cNvCxnSpPr>
            <a:cxnSpLocks/>
          </p:cNvCxnSpPr>
          <p:nvPr/>
        </p:nvCxnSpPr>
        <p:spPr>
          <a:xfrm>
            <a:off x="5532027" y="5673485"/>
            <a:ext cx="9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ruta 29">
            <a:extLst>
              <a:ext uri="{FF2B5EF4-FFF2-40B4-BE49-F238E27FC236}">
                <a16:creationId xmlns:a16="http://schemas.microsoft.com/office/drawing/2014/main" id="{670950E1-4ABC-D90D-8A5D-0FF3FC75ADBA}"/>
              </a:ext>
            </a:extLst>
          </p:cNvPr>
          <p:cNvSpPr txBox="1"/>
          <p:nvPr/>
        </p:nvSpPr>
        <p:spPr>
          <a:xfrm>
            <a:off x="3818337" y="5400180"/>
            <a:ext cx="727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Platser</a:t>
            </a:r>
          </a:p>
        </p:txBody>
      </p:sp>
      <p:sp>
        <p:nvSpPr>
          <p:cNvPr id="31" name="Upp 30">
            <a:extLst>
              <a:ext uri="{FF2B5EF4-FFF2-40B4-BE49-F238E27FC236}">
                <a16:creationId xmlns:a16="http://schemas.microsoft.com/office/drawing/2014/main" id="{3FA3D8F9-77C4-CB47-4953-2544530EC215}"/>
              </a:ext>
            </a:extLst>
          </p:cNvPr>
          <p:cNvSpPr/>
          <p:nvPr/>
        </p:nvSpPr>
        <p:spPr>
          <a:xfrm>
            <a:off x="4910068" y="4709983"/>
            <a:ext cx="402477" cy="54722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2" name="textruta 31">
            <a:extLst>
              <a:ext uri="{FF2B5EF4-FFF2-40B4-BE49-F238E27FC236}">
                <a16:creationId xmlns:a16="http://schemas.microsoft.com/office/drawing/2014/main" id="{029A47C5-459B-B021-5F05-773FF1291526}"/>
              </a:ext>
            </a:extLst>
          </p:cNvPr>
          <p:cNvSpPr txBox="1"/>
          <p:nvPr/>
        </p:nvSpPr>
        <p:spPr>
          <a:xfrm>
            <a:off x="4784251" y="539631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Resor</a:t>
            </a:r>
          </a:p>
        </p:txBody>
      </p:sp>
      <p:sp>
        <p:nvSpPr>
          <p:cNvPr id="33" name="textruta 32">
            <a:extLst>
              <a:ext uri="{FF2B5EF4-FFF2-40B4-BE49-F238E27FC236}">
                <a16:creationId xmlns:a16="http://schemas.microsoft.com/office/drawing/2014/main" id="{CD3C29D1-F2F8-D347-B7F9-05CDDDA2F866}"/>
              </a:ext>
            </a:extLst>
          </p:cNvPr>
          <p:cNvSpPr txBox="1"/>
          <p:nvPr/>
        </p:nvSpPr>
        <p:spPr>
          <a:xfrm>
            <a:off x="5753666" y="538480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??</a:t>
            </a:r>
          </a:p>
        </p:txBody>
      </p:sp>
      <p:sp>
        <p:nvSpPr>
          <p:cNvPr id="34" name="textruta 33">
            <a:extLst>
              <a:ext uri="{FF2B5EF4-FFF2-40B4-BE49-F238E27FC236}">
                <a16:creationId xmlns:a16="http://schemas.microsoft.com/office/drawing/2014/main" id="{C4BA1131-A482-233E-A640-76BA83888460}"/>
              </a:ext>
            </a:extLst>
          </p:cNvPr>
          <p:cNvSpPr txBox="1"/>
          <p:nvPr/>
        </p:nvSpPr>
        <p:spPr>
          <a:xfrm>
            <a:off x="3799984" y="5108903"/>
            <a:ext cx="1052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/>
              <a:t>3-4 flikar?</a:t>
            </a:r>
          </a:p>
        </p:txBody>
      </p:sp>
      <p:sp>
        <p:nvSpPr>
          <p:cNvPr id="37" name="textruta 36">
            <a:extLst>
              <a:ext uri="{FF2B5EF4-FFF2-40B4-BE49-F238E27FC236}">
                <a16:creationId xmlns:a16="http://schemas.microsoft.com/office/drawing/2014/main" id="{D217F212-DA3B-B031-AB88-56BB1AEAC23F}"/>
              </a:ext>
            </a:extLst>
          </p:cNvPr>
          <p:cNvSpPr txBox="1"/>
          <p:nvPr/>
        </p:nvSpPr>
        <p:spPr>
          <a:xfrm>
            <a:off x="5352281" y="4688286"/>
            <a:ext cx="1138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/>
              <a:t>Fliken kan dras upp</a:t>
            </a:r>
          </a:p>
        </p:txBody>
      </p:sp>
      <p:sp>
        <p:nvSpPr>
          <p:cNvPr id="43" name="Rektangel med rundade hörn 42">
            <a:extLst>
              <a:ext uri="{FF2B5EF4-FFF2-40B4-BE49-F238E27FC236}">
                <a16:creationId xmlns:a16="http://schemas.microsoft.com/office/drawing/2014/main" id="{64F6ED11-5DED-579B-AE86-AC40ABA41F69}"/>
              </a:ext>
            </a:extLst>
          </p:cNvPr>
          <p:cNvSpPr/>
          <p:nvPr/>
        </p:nvSpPr>
        <p:spPr>
          <a:xfrm>
            <a:off x="3812854" y="6350515"/>
            <a:ext cx="2518517" cy="2400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45" name="Bild 44" descr="Förstoringsglas med hel fyllning">
            <a:extLst>
              <a:ext uri="{FF2B5EF4-FFF2-40B4-BE49-F238E27FC236}">
                <a16:creationId xmlns:a16="http://schemas.microsoft.com/office/drawing/2014/main" id="{129F0484-0156-B6D3-2C11-72EE1150F8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35767" y="6381489"/>
            <a:ext cx="200775" cy="200775"/>
          </a:xfrm>
          <a:prstGeom prst="rect">
            <a:avLst/>
          </a:prstGeom>
        </p:spPr>
      </p:pic>
      <p:sp>
        <p:nvSpPr>
          <p:cNvPr id="46" name="textruta 45">
            <a:extLst>
              <a:ext uri="{FF2B5EF4-FFF2-40B4-BE49-F238E27FC236}">
                <a16:creationId xmlns:a16="http://schemas.microsoft.com/office/drawing/2014/main" id="{B8211DEA-DA89-9669-6C2B-3873E24C40F6}"/>
              </a:ext>
            </a:extLst>
          </p:cNvPr>
          <p:cNvSpPr txBox="1"/>
          <p:nvPr/>
        </p:nvSpPr>
        <p:spPr>
          <a:xfrm>
            <a:off x="3873843" y="6349307"/>
            <a:ext cx="1946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/>
              <a:t>Funktion    1          2           3              4</a:t>
            </a:r>
          </a:p>
        </p:txBody>
      </p:sp>
      <p:sp>
        <p:nvSpPr>
          <p:cNvPr id="47" name="Ellips 46">
            <a:extLst>
              <a:ext uri="{FF2B5EF4-FFF2-40B4-BE49-F238E27FC236}">
                <a16:creationId xmlns:a16="http://schemas.microsoft.com/office/drawing/2014/main" id="{ACB9D6E4-E25E-D7A0-F930-445E50906119}"/>
              </a:ext>
            </a:extLst>
          </p:cNvPr>
          <p:cNvSpPr/>
          <p:nvPr/>
        </p:nvSpPr>
        <p:spPr>
          <a:xfrm>
            <a:off x="4494488" y="6390791"/>
            <a:ext cx="159522" cy="159522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8" name="Ellips 47">
            <a:extLst>
              <a:ext uri="{FF2B5EF4-FFF2-40B4-BE49-F238E27FC236}">
                <a16:creationId xmlns:a16="http://schemas.microsoft.com/office/drawing/2014/main" id="{0DBFDF5C-0F9B-A424-C6F2-F2B7F311CEFC}"/>
              </a:ext>
            </a:extLst>
          </p:cNvPr>
          <p:cNvSpPr/>
          <p:nvPr/>
        </p:nvSpPr>
        <p:spPr>
          <a:xfrm>
            <a:off x="4825656" y="6402115"/>
            <a:ext cx="159522" cy="159522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9" name="Ellips 48">
            <a:extLst>
              <a:ext uri="{FF2B5EF4-FFF2-40B4-BE49-F238E27FC236}">
                <a16:creationId xmlns:a16="http://schemas.microsoft.com/office/drawing/2014/main" id="{318DDEFB-5912-677A-2266-7EC38FE46E0D}"/>
              </a:ext>
            </a:extLst>
          </p:cNvPr>
          <p:cNvSpPr/>
          <p:nvPr/>
        </p:nvSpPr>
        <p:spPr>
          <a:xfrm>
            <a:off x="5165174" y="6390791"/>
            <a:ext cx="159522" cy="159522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1" name="Ellips 50">
            <a:extLst>
              <a:ext uri="{FF2B5EF4-FFF2-40B4-BE49-F238E27FC236}">
                <a16:creationId xmlns:a16="http://schemas.microsoft.com/office/drawing/2014/main" id="{2D1BFA0C-3C32-E499-072B-EDD4C483C893}"/>
              </a:ext>
            </a:extLst>
          </p:cNvPr>
          <p:cNvSpPr/>
          <p:nvPr/>
        </p:nvSpPr>
        <p:spPr>
          <a:xfrm>
            <a:off x="5593056" y="6390791"/>
            <a:ext cx="159522" cy="159522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2" name="Kors 51">
            <a:extLst>
              <a:ext uri="{FF2B5EF4-FFF2-40B4-BE49-F238E27FC236}">
                <a16:creationId xmlns:a16="http://schemas.microsoft.com/office/drawing/2014/main" id="{59F36275-7002-19F1-C4FA-1B0AD9CE6216}"/>
              </a:ext>
            </a:extLst>
          </p:cNvPr>
          <p:cNvSpPr/>
          <p:nvPr/>
        </p:nvSpPr>
        <p:spPr>
          <a:xfrm>
            <a:off x="3873843" y="4446740"/>
            <a:ext cx="316113" cy="313150"/>
          </a:xfrm>
          <a:prstGeom prst="plu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3" name="textruta 52">
            <a:extLst>
              <a:ext uri="{FF2B5EF4-FFF2-40B4-BE49-F238E27FC236}">
                <a16:creationId xmlns:a16="http://schemas.microsoft.com/office/drawing/2014/main" id="{FB1DEDD8-7C09-2055-B253-D7A8A2CB0510}"/>
              </a:ext>
            </a:extLst>
          </p:cNvPr>
          <p:cNvSpPr txBox="1"/>
          <p:nvPr/>
        </p:nvSpPr>
        <p:spPr>
          <a:xfrm>
            <a:off x="2462896" y="4372482"/>
            <a:ext cx="1138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/>
              <a:t>Lägg till plus visas så </a:t>
            </a:r>
            <a:r>
              <a:rPr lang="sv-SE" sz="1200" dirty="0" err="1"/>
              <a:t>fprt</a:t>
            </a:r>
            <a:r>
              <a:rPr lang="sv-SE" sz="1200" dirty="0"/>
              <a:t> man zoomat in eller sökt plats</a:t>
            </a:r>
          </a:p>
        </p:txBody>
      </p:sp>
    </p:spTree>
    <p:extLst>
      <p:ext uri="{BB962C8B-B14F-4D97-AF65-F5344CB8AC3E}">
        <p14:creationId xmlns:p14="http://schemas.microsoft.com/office/powerpoint/2010/main" val="3245840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14E3-408A-DE6C-386B-46C61AE9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Jordglob Nord- och Sydamerika med hel fyllning">
            <a:extLst>
              <a:ext uri="{FF2B5EF4-FFF2-40B4-BE49-F238E27FC236}">
                <a16:creationId xmlns:a16="http://schemas.microsoft.com/office/drawing/2014/main" id="{ACC8E4F8-5A2D-A0D3-0F88-D64A7B3CF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7200" y="2180968"/>
            <a:ext cx="2689654" cy="2689654"/>
          </a:xfrm>
          <a:prstGeom prst="rect">
            <a:avLst/>
          </a:prstGeom>
        </p:spPr>
      </p:pic>
      <p:pic>
        <p:nvPicPr>
          <p:cNvPr id="10" name="Bildobjekt 9" descr="En bild som visar cirkel, Grafik, konst, astronomi&#10;&#10;AI-genererat innehåll kan vara felaktigt.">
            <a:extLst>
              <a:ext uri="{FF2B5EF4-FFF2-40B4-BE49-F238E27FC236}">
                <a16:creationId xmlns:a16="http://schemas.microsoft.com/office/drawing/2014/main" id="{1BD1FF99-95EE-F976-5C39-957FE9609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843" y="1620857"/>
            <a:ext cx="240957" cy="236941"/>
          </a:xfrm>
          <a:prstGeom prst="rect">
            <a:avLst/>
          </a:prstGeom>
        </p:spPr>
      </p:pic>
      <p:sp>
        <p:nvSpPr>
          <p:cNvPr id="11" name="textruta 10">
            <a:extLst>
              <a:ext uri="{FF2B5EF4-FFF2-40B4-BE49-F238E27FC236}">
                <a16:creationId xmlns:a16="http://schemas.microsoft.com/office/drawing/2014/main" id="{3517CD02-E101-BE30-502B-76C029094A1E}"/>
              </a:ext>
            </a:extLst>
          </p:cNvPr>
          <p:cNvSpPr txBox="1"/>
          <p:nvPr/>
        </p:nvSpPr>
        <p:spPr>
          <a:xfrm>
            <a:off x="4114800" y="1554884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latin typeface="Cooper Black" panose="0208090404030B020404" pitchFamily="18" charset="77"/>
              </a:rPr>
              <a:t>vidder</a:t>
            </a:r>
          </a:p>
        </p:txBody>
      </p:sp>
      <p:pic>
        <p:nvPicPr>
          <p:cNvPr id="17" name="Bild 16" descr="Ett kugghjul med hel fyllning">
            <a:extLst>
              <a:ext uri="{FF2B5EF4-FFF2-40B4-BE49-F238E27FC236}">
                <a16:creationId xmlns:a16="http://schemas.microsoft.com/office/drawing/2014/main" id="{949667D7-A8DE-0108-EAEB-BC2A5A3CB8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1639" y="1612146"/>
            <a:ext cx="254361" cy="254361"/>
          </a:xfrm>
          <a:prstGeom prst="rect">
            <a:avLst/>
          </a:prstGeom>
        </p:spPr>
      </p:pic>
      <p:sp>
        <p:nvSpPr>
          <p:cNvPr id="18" name="Rektangel med rundade hörn 17">
            <a:extLst>
              <a:ext uri="{FF2B5EF4-FFF2-40B4-BE49-F238E27FC236}">
                <a16:creationId xmlns:a16="http://schemas.microsoft.com/office/drawing/2014/main" id="{37C532DE-61BA-72B5-7E66-3019BE542FE7}"/>
              </a:ext>
            </a:extLst>
          </p:cNvPr>
          <p:cNvSpPr/>
          <p:nvPr/>
        </p:nvSpPr>
        <p:spPr>
          <a:xfrm>
            <a:off x="3732027" y="1435395"/>
            <a:ext cx="2700000" cy="5220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Rektangel med rundade hörn 18">
            <a:extLst>
              <a:ext uri="{FF2B5EF4-FFF2-40B4-BE49-F238E27FC236}">
                <a16:creationId xmlns:a16="http://schemas.microsoft.com/office/drawing/2014/main" id="{9894DD8E-84AF-1C01-34F6-83331747C7C1}"/>
              </a:ext>
            </a:extLst>
          </p:cNvPr>
          <p:cNvSpPr/>
          <p:nvPr/>
        </p:nvSpPr>
        <p:spPr>
          <a:xfrm>
            <a:off x="5532027" y="3922114"/>
            <a:ext cx="900000" cy="9088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Rektangel med rundade hörn 21">
            <a:extLst>
              <a:ext uri="{FF2B5EF4-FFF2-40B4-BE49-F238E27FC236}">
                <a16:creationId xmlns:a16="http://schemas.microsoft.com/office/drawing/2014/main" id="{C3EBAD35-14AF-D173-ACC5-A62696C23D11}"/>
              </a:ext>
            </a:extLst>
          </p:cNvPr>
          <p:cNvSpPr/>
          <p:nvPr/>
        </p:nvSpPr>
        <p:spPr>
          <a:xfrm>
            <a:off x="3732027" y="3922113"/>
            <a:ext cx="900000" cy="9088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Rektangel med rundade hörn 22">
            <a:extLst>
              <a:ext uri="{FF2B5EF4-FFF2-40B4-BE49-F238E27FC236}">
                <a16:creationId xmlns:a16="http://schemas.microsoft.com/office/drawing/2014/main" id="{6FD8E8BA-A63B-48BC-442F-481073AEC526}"/>
              </a:ext>
            </a:extLst>
          </p:cNvPr>
          <p:cNvSpPr/>
          <p:nvPr/>
        </p:nvSpPr>
        <p:spPr>
          <a:xfrm>
            <a:off x="4632027" y="3922113"/>
            <a:ext cx="900000" cy="9088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Rektangel med rundade hörn 23">
            <a:extLst>
              <a:ext uri="{FF2B5EF4-FFF2-40B4-BE49-F238E27FC236}">
                <a16:creationId xmlns:a16="http://schemas.microsoft.com/office/drawing/2014/main" id="{55AC1347-6F6A-FB39-2CB4-A852D62AC79F}"/>
              </a:ext>
            </a:extLst>
          </p:cNvPr>
          <p:cNvSpPr/>
          <p:nvPr/>
        </p:nvSpPr>
        <p:spPr>
          <a:xfrm>
            <a:off x="3747556" y="4250216"/>
            <a:ext cx="2640815" cy="24051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cxnSp>
        <p:nvCxnSpPr>
          <p:cNvPr id="26" name="Rak 25">
            <a:extLst>
              <a:ext uri="{FF2B5EF4-FFF2-40B4-BE49-F238E27FC236}">
                <a16:creationId xmlns:a16="http://schemas.microsoft.com/office/drawing/2014/main" id="{7F87B73A-BF0E-0F31-539F-EBF9226B45BF}"/>
              </a:ext>
            </a:extLst>
          </p:cNvPr>
          <p:cNvCxnSpPr>
            <a:cxnSpLocks/>
          </p:cNvCxnSpPr>
          <p:nvPr/>
        </p:nvCxnSpPr>
        <p:spPr>
          <a:xfrm>
            <a:off x="4632027" y="4195417"/>
            <a:ext cx="9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Rak 27">
            <a:extLst>
              <a:ext uri="{FF2B5EF4-FFF2-40B4-BE49-F238E27FC236}">
                <a16:creationId xmlns:a16="http://schemas.microsoft.com/office/drawing/2014/main" id="{950DE992-7540-34BD-4B2B-A4CF9039F1E0}"/>
              </a:ext>
            </a:extLst>
          </p:cNvPr>
          <p:cNvCxnSpPr>
            <a:cxnSpLocks/>
          </p:cNvCxnSpPr>
          <p:nvPr/>
        </p:nvCxnSpPr>
        <p:spPr>
          <a:xfrm>
            <a:off x="5532027" y="4195417"/>
            <a:ext cx="9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ruta 29">
            <a:extLst>
              <a:ext uri="{FF2B5EF4-FFF2-40B4-BE49-F238E27FC236}">
                <a16:creationId xmlns:a16="http://schemas.microsoft.com/office/drawing/2014/main" id="{66AE917C-6FD9-A8EE-09E4-79DF353A15E1}"/>
              </a:ext>
            </a:extLst>
          </p:cNvPr>
          <p:cNvSpPr txBox="1"/>
          <p:nvPr/>
        </p:nvSpPr>
        <p:spPr>
          <a:xfrm>
            <a:off x="3818337" y="3922112"/>
            <a:ext cx="727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Platser</a:t>
            </a:r>
          </a:p>
        </p:txBody>
      </p:sp>
      <p:sp>
        <p:nvSpPr>
          <p:cNvPr id="32" name="textruta 31">
            <a:extLst>
              <a:ext uri="{FF2B5EF4-FFF2-40B4-BE49-F238E27FC236}">
                <a16:creationId xmlns:a16="http://schemas.microsoft.com/office/drawing/2014/main" id="{2090EDC7-81EA-0901-C99D-4152002629EC}"/>
              </a:ext>
            </a:extLst>
          </p:cNvPr>
          <p:cNvSpPr txBox="1"/>
          <p:nvPr/>
        </p:nvSpPr>
        <p:spPr>
          <a:xfrm>
            <a:off x="4784251" y="3918249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Resor</a:t>
            </a:r>
          </a:p>
        </p:txBody>
      </p:sp>
      <p:sp>
        <p:nvSpPr>
          <p:cNvPr id="33" name="textruta 32">
            <a:extLst>
              <a:ext uri="{FF2B5EF4-FFF2-40B4-BE49-F238E27FC236}">
                <a16:creationId xmlns:a16="http://schemas.microsoft.com/office/drawing/2014/main" id="{37A7CC67-7ED7-D862-B825-31F55442C917}"/>
              </a:ext>
            </a:extLst>
          </p:cNvPr>
          <p:cNvSpPr txBox="1"/>
          <p:nvPr/>
        </p:nvSpPr>
        <p:spPr>
          <a:xfrm>
            <a:off x="5753666" y="390673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??</a:t>
            </a:r>
          </a:p>
        </p:txBody>
      </p:sp>
      <p:sp>
        <p:nvSpPr>
          <p:cNvPr id="43" name="Rektangel med rundade hörn 42">
            <a:extLst>
              <a:ext uri="{FF2B5EF4-FFF2-40B4-BE49-F238E27FC236}">
                <a16:creationId xmlns:a16="http://schemas.microsoft.com/office/drawing/2014/main" id="{1D77095A-1A2D-C75D-9533-C605B84DE042}"/>
              </a:ext>
            </a:extLst>
          </p:cNvPr>
          <p:cNvSpPr/>
          <p:nvPr/>
        </p:nvSpPr>
        <p:spPr>
          <a:xfrm>
            <a:off x="3812854" y="6350515"/>
            <a:ext cx="2518517" cy="2400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45" name="Bild 44" descr="Förstoringsglas med hel fyllning">
            <a:extLst>
              <a:ext uri="{FF2B5EF4-FFF2-40B4-BE49-F238E27FC236}">
                <a16:creationId xmlns:a16="http://schemas.microsoft.com/office/drawing/2014/main" id="{D207BC10-3472-9999-B85D-23F8116875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35767" y="6381489"/>
            <a:ext cx="200775" cy="200775"/>
          </a:xfrm>
          <a:prstGeom prst="rect">
            <a:avLst/>
          </a:prstGeom>
        </p:spPr>
      </p:pic>
      <p:sp>
        <p:nvSpPr>
          <p:cNvPr id="46" name="textruta 45">
            <a:extLst>
              <a:ext uri="{FF2B5EF4-FFF2-40B4-BE49-F238E27FC236}">
                <a16:creationId xmlns:a16="http://schemas.microsoft.com/office/drawing/2014/main" id="{70EDA5AF-BB6A-74C0-CFD3-695BA25D326B}"/>
              </a:ext>
            </a:extLst>
          </p:cNvPr>
          <p:cNvSpPr txBox="1"/>
          <p:nvPr/>
        </p:nvSpPr>
        <p:spPr>
          <a:xfrm>
            <a:off x="3873843" y="6349307"/>
            <a:ext cx="1946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/>
              <a:t>Funktion    1          2           3              4</a:t>
            </a:r>
          </a:p>
        </p:txBody>
      </p:sp>
      <p:sp>
        <p:nvSpPr>
          <p:cNvPr id="47" name="Ellips 46">
            <a:extLst>
              <a:ext uri="{FF2B5EF4-FFF2-40B4-BE49-F238E27FC236}">
                <a16:creationId xmlns:a16="http://schemas.microsoft.com/office/drawing/2014/main" id="{A2B34A48-4FBE-DA83-3208-F2FDD5FF96C5}"/>
              </a:ext>
            </a:extLst>
          </p:cNvPr>
          <p:cNvSpPr/>
          <p:nvPr/>
        </p:nvSpPr>
        <p:spPr>
          <a:xfrm>
            <a:off x="4494488" y="6390791"/>
            <a:ext cx="159522" cy="159522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8" name="Ellips 47">
            <a:extLst>
              <a:ext uri="{FF2B5EF4-FFF2-40B4-BE49-F238E27FC236}">
                <a16:creationId xmlns:a16="http://schemas.microsoft.com/office/drawing/2014/main" id="{F10F4B58-43C4-AEB3-F90D-A3FB2FDE79E0}"/>
              </a:ext>
            </a:extLst>
          </p:cNvPr>
          <p:cNvSpPr/>
          <p:nvPr/>
        </p:nvSpPr>
        <p:spPr>
          <a:xfrm>
            <a:off x="4825656" y="6402115"/>
            <a:ext cx="159522" cy="159522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9" name="Ellips 48">
            <a:extLst>
              <a:ext uri="{FF2B5EF4-FFF2-40B4-BE49-F238E27FC236}">
                <a16:creationId xmlns:a16="http://schemas.microsoft.com/office/drawing/2014/main" id="{538A0960-98BD-D42F-6592-BAE53634E8D7}"/>
              </a:ext>
            </a:extLst>
          </p:cNvPr>
          <p:cNvSpPr/>
          <p:nvPr/>
        </p:nvSpPr>
        <p:spPr>
          <a:xfrm>
            <a:off x="5165174" y="6390791"/>
            <a:ext cx="159522" cy="159522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1" name="Ellips 50">
            <a:extLst>
              <a:ext uri="{FF2B5EF4-FFF2-40B4-BE49-F238E27FC236}">
                <a16:creationId xmlns:a16="http://schemas.microsoft.com/office/drawing/2014/main" id="{56541DF1-55DF-1CA9-A5CA-ECB68FF12D57}"/>
              </a:ext>
            </a:extLst>
          </p:cNvPr>
          <p:cNvSpPr/>
          <p:nvPr/>
        </p:nvSpPr>
        <p:spPr>
          <a:xfrm>
            <a:off x="5593056" y="6390791"/>
            <a:ext cx="159522" cy="159522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med rundade hörn 2">
            <a:extLst>
              <a:ext uri="{FF2B5EF4-FFF2-40B4-BE49-F238E27FC236}">
                <a16:creationId xmlns:a16="http://schemas.microsoft.com/office/drawing/2014/main" id="{738371CE-ECAA-85AE-BF21-31CFD7E7FA60}"/>
              </a:ext>
            </a:extLst>
          </p:cNvPr>
          <p:cNvSpPr/>
          <p:nvPr/>
        </p:nvSpPr>
        <p:spPr>
          <a:xfrm>
            <a:off x="3732027" y="4296427"/>
            <a:ext cx="2700000" cy="69519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8CE30BBC-7E66-C7B4-DEC6-013FEC032BBB}"/>
              </a:ext>
            </a:extLst>
          </p:cNvPr>
          <p:cNvSpPr txBox="1"/>
          <p:nvPr/>
        </p:nvSpPr>
        <p:spPr>
          <a:xfrm>
            <a:off x="4694532" y="4308650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 err="1"/>
              <a:t>Flikhuvud</a:t>
            </a:r>
            <a:endParaRPr lang="sv-SE" sz="1400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CA007D4A-3F14-A639-6A5F-49BBDEDB1EBA}"/>
              </a:ext>
            </a:extLst>
          </p:cNvPr>
          <p:cNvSpPr txBox="1"/>
          <p:nvPr/>
        </p:nvSpPr>
        <p:spPr>
          <a:xfrm>
            <a:off x="4055895" y="4539087"/>
            <a:ext cx="2218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Användare, följare och osv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298D4056-6D0C-4843-E52A-497721E32E64}"/>
              </a:ext>
            </a:extLst>
          </p:cNvPr>
          <p:cNvSpPr txBox="1"/>
          <p:nvPr/>
        </p:nvSpPr>
        <p:spPr>
          <a:xfrm>
            <a:off x="3816103" y="5061400"/>
            <a:ext cx="1332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+ Lägg till plats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98DFB5A1-8698-C3AD-7C6A-962A06CD912F}"/>
              </a:ext>
            </a:extLst>
          </p:cNvPr>
          <p:cNvSpPr txBox="1"/>
          <p:nvPr/>
        </p:nvSpPr>
        <p:spPr>
          <a:xfrm>
            <a:off x="3964134" y="5442668"/>
            <a:ext cx="124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Visa plats osv</a:t>
            </a:r>
          </a:p>
        </p:txBody>
      </p:sp>
    </p:spTree>
    <p:extLst>
      <p:ext uri="{BB962C8B-B14F-4D97-AF65-F5344CB8AC3E}">
        <p14:creationId xmlns:p14="http://schemas.microsoft.com/office/powerpoint/2010/main" val="57666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50</Words>
  <Application>Microsoft Macintosh PowerPoint</Application>
  <PresentationFormat>Bredbild</PresentationFormat>
  <Paragraphs>17</Paragraphs>
  <Slides>2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Cooper Black</vt:lpstr>
      <vt:lpstr>Office-tema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Ulf Norström</dc:creator>
  <cp:lastModifiedBy>Ulf Norström</cp:lastModifiedBy>
  <cp:revision>2</cp:revision>
  <dcterms:created xsi:type="dcterms:W3CDTF">2026-03-05T08:37:31Z</dcterms:created>
  <dcterms:modified xsi:type="dcterms:W3CDTF">2026-03-05T10:41:02Z</dcterms:modified>
</cp:coreProperties>
</file>